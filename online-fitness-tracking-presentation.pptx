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2011680" cy="45720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COLLEGE REVIEW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73736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PulseFit - Online Fitness Tracking Application</a:t>
            </a:r>
          </a:p>
          <a:p>
            <a:pPr>
              <a:spcBef>
                <a:spcPts val="1400"/>
              </a:spcBef>
              <a:defRPr sz="1600">
                <a:solidFill>
                  <a:srgbClr val="CBD5E1"/>
                </a:solidFill>
              </a:defRPr>
            </a:pPr>
            <a:r>
              <a:t>A Complete, Enterprise Java Web Application Demonstrating Core OOP, Pure JDBC, Multithreaded Async Logging, and Jakarta Servlet/JSP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4297680"/>
            <a:ext cx="24688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STUDENT PROJECT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3rd Semester B.Tech / MCA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Java Web Based Project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20440" y="4297680"/>
            <a:ext cx="24688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MARKING RUBRIC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33 Marks Total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Problem 8 | Java 10 | JDBC 8 | Web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4297680"/>
            <a:ext cx="24688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TECH STACK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Java 17+ / Servlet 6.0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MySQL 8.0, HikariCP, Tomcat 10.1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32520" y="4297680"/>
            <a:ext cx="2468880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D9488"/>
                </a:solidFill>
              </a:defRPr>
            </a:pPr>
            <a:r>
              <a:t>VERIFICATION</a:t>
            </a:r>
          </a:p>
          <a:p>
            <a:pPr>
              <a:spcBef>
                <a:spcPts val="600"/>
              </a:spcBef>
              <a:defRPr sz="1400" b="1">
                <a:solidFill>
                  <a:srgbClr val="FFFFFF"/>
                </a:solidFill>
              </a:defRPr>
            </a:pPr>
            <a:r>
              <a:t>23/23 Tests Passed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</a:defRPr>
            </a:pPr>
            <a:r>
              <a:t>30 Chronological Git Commits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PROBLEM UNDERSTANDING &amp; SOLUTION DESIGN — 8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Problem Statement &amp; Project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The Real-World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1. Disorganized Training Records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Fitness enthusiasts frequently rely on fragmented physical notebooks or generic note apps, losing historical trends, cardiovascular records, and progression data.</a:t>
            </a:r>
          </a:p>
          <a:p>
            <a:pPr>
              <a:spcBef>
                <a:spcPts val="1200"/>
              </a:spcBef>
              <a:defRPr b="1" sz="1300">
                <a:solidFill>
                  <a:srgbClr val="0F172A"/>
                </a:solidFill>
              </a:defRPr>
            </a:pPr>
            <a:r>
              <a:t>2. Lack of Quantitative Insights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Without automated caloric and duration calculations, trainees struggle to evaluate progressive overload, workout consistency, or recovery gaps.</a:t>
            </a:r>
          </a:p>
          <a:p>
            <a:pPr>
              <a:spcBef>
                <a:spcPts val="1200"/>
              </a:spcBef>
              <a:defRPr b="1" sz="1300">
                <a:solidFill>
                  <a:srgbClr val="0F172A"/>
                </a:solidFill>
              </a:defRPr>
            </a:pPr>
            <a:r>
              <a:t>3. Isolated Fitness Journeys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Personal goal setting and structured community challenges are usually locked behind costly proprietary mobile apps filled with ads and bloatware.</a:t>
            </a:r>
          </a:p>
          <a:p>
            <a:pPr>
              <a:spcBef>
                <a:spcPts val="1200"/>
              </a:spcBef>
              <a:defRPr b="1" sz="1300">
                <a:solidFill>
                  <a:srgbClr val="0F172A"/>
                </a:solidFill>
              </a:defRPr>
            </a:pPr>
            <a:r>
              <a:t>4. Need for Non-Medical Guidance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Users need contextual guidance based on training consistency without dangerous or misleading diagnostic claims.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The PulseFit Solution &amp; Academic Justification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300">
                <a:solidFill>
                  <a:srgbClr val="0F172A"/>
                </a:solidFill>
              </a:defRPr>
            </a:pPr>
            <a:r>
              <a:t>• Full-Stack Web Architecture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Built from foundational Java technologies (Jakarta Servlet 6.0, JSP 3.1, JSTL) demonstrating exact college curriculum requirements without heavy frameworks.</a:t>
            </a:r>
          </a:p>
          <a:p>
            <a:pPr>
              <a:spcBef>
                <a:spcPts val="1200"/>
              </a:spcBef>
              <a:defRPr b="1" sz="1300">
                <a:solidFill>
                  <a:srgbClr val="0F172A"/>
                </a:solidFill>
              </a:defRPr>
            </a:pPr>
            <a:r>
              <a:t>• Distinct Role-Based Workspaces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Separate, protected user and administrator portals with rigorous role-based access control filters and session management.</a:t>
            </a:r>
          </a:p>
          <a:p>
            <a:pPr>
              <a:spcBef>
                <a:spcPts val="1200"/>
              </a:spcBef>
              <a:defRPr b="1" sz="1300">
                <a:solidFill>
                  <a:srgbClr val="0F172A"/>
                </a:solidFill>
              </a:defRPr>
            </a:pPr>
            <a:r>
              <a:t>• Pure JDBC with PreparedStatements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100% SQL injection immune with dedicated Data Access Objects (DAOs) and high-performance HikariCP connection pooling.</a:t>
            </a:r>
          </a:p>
          <a:p>
            <a:pPr>
              <a:spcBef>
                <a:spcPts val="1200"/>
              </a:spcBef>
              <a:defRPr b="1" sz="1300">
                <a:solidFill>
                  <a:srgbClr val="0F172A"/>
                </a:solidFill>
              </a:defRPr>
            </a:pPr>
            <a:r>
              <a:t>• Asynchronous Multithreaded Logging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Multithreaded Producer-Consumer audit logging engine with BlockingQueue, ensuring zero HTTP latency on administrative and security audits.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REQUIREMENTS &amp; SPECIFICATIONS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Objectives &amp; Scope of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Core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✔  Demonstrate College Java Rubric (33 Marks) with 100% working functionality.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 Implement secure authentication with BCrypt hashing and cryptographic CSRF tokens.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 Provide full CRUD workout logging with automatic MET-based calorie estimation.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 Generate actionable visual progress metrics and weekly growth rate percentages.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 Enable community fitness challenges and quantifiable milestone goals.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System Boundaries &amp;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✔  Pure Java MVC pattern: Servlets handle controllers, JSPs handle views.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 Dedicated DAO Layer: Encapsulates all SQL statements cleanly.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 Connection Pool: HikariCP with active pool size = 10 for enterprise scalability.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 Cross-User Isolation: All queries enforce WHERE user_id = ? boundaries.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 Responsive Web UI: Fully functional across desktop, tablet, and mobile browsers.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Key Non-Functional Goals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✔  Security: Strict XSS sanitization, prepared statements, and session regeneration.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 Reliability: Automatic ACID transaction rollback on multi-table updates.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 Transparency: Explicit non-medical disclaimer attached to all recommendations.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 Maintainability: Modular packages (model, dao, service, servlet, filter, util).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 Extensibility: Standardized GenericDAO&lt;T, ID&gt; extensible for new features.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SECURITY &amp; SYSTEM BOUNDARIES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Role-Based Access Control (RBAC) &amp;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Standard User Workspace (/dashboard, /workouts...)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Workout Management: Create, edit, search, filter, and delete personal workouts.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Analytics Dashboard: Weekly growth rate, consistency adherence, and Chart.js trends.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Goal Milestones: Target tracking with dynamic completion percentage.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Community Challenges: Enroll in active challenges, record daily progress.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Rule-Based Guidance: Algorithmic tips tailored to workout frequency and rest.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Profile &amp; Biometrics: BMI calculation and verified password change.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Superuser Administrator Console (/admin/*)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• User Directory Administration: Search, paginate, edit roles, toggle status, delete accounts.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Content Moderation Queue: Review community tips, approve/reject with feedback reason.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System Settings Manager: Configure global parameters (maintenance mode, limits).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Platform-Wide Statistics: Aggregated metrics across all registered platform users.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Session Monitoring: Real-time active HTTP session tracking via SessionListener.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• Activity Audit Log: Inspect security and administrative events recorded asynchronously.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CORE USER 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User Module — Detailed Functional Workflows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Workout CRUD &amp; MET Estimation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✔  Log workouts with category, date, duration, intensity (Low/Med/High/Extreme).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✔  Automatic MET-based calorie estimation in real-time as user types duration.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✔  Multi-criteria filtering: category dropdown, intensity filter, sort order (date/duration/calories).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Progress Analytics &amp; Charts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✔  Calculates total workouts, hours exercised, calories burned, average session length.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✔  Weekly Growth Rate: percentage comparison against the previous 7-day period.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✔  Adherence Score: 7-day consistency percentage; interactive Chart.js line and doughnut visualizations.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79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Goals &amp; Community Challenges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39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✔  Quantitative milestones: target workouts, duration, calories burned, or target bodyweight.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✔  Visual milestone progress bar with real-time percentage completion calculation.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✔  Browse community challenges, join with ACID transaction rollback, and track daily progress.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79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977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Algorithmic Guidance &amp; 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4339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✔  Inactivity alert triggered if gap between workouts &gt;= 4 days.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✔  Recovery warning generated if &gt;= 2 consecutive high/extreme intensity workouts.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✔  Prominent Non-Medical Disclaimer attached to all suggestions; biometric BMI calculator.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ADMINISTRATIVE FUNCTIONALITY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Admin Module — Oversight &amp; Platform Management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User Management Engine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Search users by name, email, role, or active/inactive status.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Paginated table displaying creation timestamp and workout count.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One-click account deactivation (deactivated users cannot log in).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Admin cannot delete their own account (prevents lockout).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Content Moderation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Curated repository of fitness guides, workout tips, and articles.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One-click approval publishes content to member recommendations.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Rejection dialog requiring mandatory feedback reason for author.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Direct creation and modification of official guides by admins.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79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System Configuration &amp; Settings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39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Key-value settings stored in relational app_settings table.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Configurable parameters: Maintenance mode, Max workout duration (mins), Password length.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Live update with instant audit log capture.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79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977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Asynchronous Activity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4339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Real-time event capture: LOGIN_SUCCESS, USER_CREATED, CONTENT_APPROVED, etc.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Action filtering dropdown and chronological audit trail table.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Zero HTTP overhead powered by background AsyncAuditLogger.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ARCHITECTURE &amp; WEB TECHNOLOGIES — 7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Technology Stack &amp; Technical Decisions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2560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Backend &amp;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Java 17+ LTS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Java SE 17, 21, and 26 compatible.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Modern language features: records, switch expressions, streams, lambdas.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Strong object-oriented class hierarchy.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280160"/>
            <a:ext cx="2560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4173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Web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Jakarta EE 10 / Servlet 6.0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Jakarta Servlet API 6.0 with @WebServlet.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JSP 3.1 &amp; JSTL 3.0 (Pure JSTL, 0 scriptlets).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Custom session management &amp; listeners.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280160"/>
            <a:ext cx="2560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4173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Persistence &amp; Pool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MySQL 8.0 + HikariCP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MySQL Connector/J 8.3.0.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HikariCP 5.1.0 connection pool (10 connections).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100% PreparedStatements for parameterized SQL.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23960" y="1280160"/>
            <a:ext cx="256032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1417320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Security &amp; Utilities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1828800"/>
            <a:ext cx="2286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172A"/>
                </a:solidFill>
              </a:defRPr>
            </a:pPr>
            <a:r>
              <a:t>BCrypt &amp; CSRF Tokens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BCrypt password hashing (12 salt rounds).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Per-session cryptographic CSRF tokens.</a:t>
            </a:r>
          </a:p>
          <a:p>
            <a:pPr>
              <a:spcBef>
                <a:spcPts val="800"/>
              </a:spcBef>
              <a:defRPr sz="1100">
                <a:solidFill>
                  <a:srgbClr val="64748B"/>
                </a:solidFill>
              </a:defRPr>
            </a:pPr>
            <a:r>
              <a:t>• SLF4J &amp; Logback enterprise logging.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SOFTWARE ENGINEERING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Layered MVC Architecture &amp; Request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1. Filter Interceptor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Components: EncodingFilter -&gt; AuthenticationFilter -&gt; AdminAuthorizationFilter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Intercepts all HTTP traffic. Sets UTF-8 encoding, validates session authentication, enforces RBAC, and prevents unauthorized URL access with clean 401/403 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517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2. Controller Layer (Servlets)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Components: 15 Dedicated Jakarta Servlets (@WebServlet mapping)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Parses HTTP parameters, validates CSRF tokens, calls server-side validation utilities, invokes business services, and dispatches data to JSP views.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749039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886199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3. Service &amp; Business Logic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799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Components: ProgressService, RecommendationService, AsyncAuditLogger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Encapsulates domain logic: calculates weekly growth %, adherence scores, evaluates rule-based recommendation triggers, and enqueues async audit events.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6984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4. Data Access Object (DAO) Layer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3492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0F172A"/>
                </a:solidFill>
              </a:defRPr>
            </a:pPr>
            <a:r>
              <a:t>Components: GenericDAO&lt;T, ID&gt; -&gt; UserDAO, WorkoutDAO, GoalDAO, ChallengeDAO...</a:t>
            </a:r>
          </a:p>
          <a:p>
            <a:pPr>
              <a:spcBef>
                <a:spcPts val="300"/>
              </a:spcBef>
              <a:defRPr sz="1000">
                <a:solidFill>
                  <a:srgbClr val="64748B"/>
                </a:solidFill>
              </a:defRPr>
            </a:pPr>
            <a:r>
              <a:t>Pure JDBC implementation using HikariCP connection pool. Manages prepared statements, result sets, mapping to model entities, and transaction rollback.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DATABASE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Relational Database Schema (JDBC Integration — 8 Marks)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Table: users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User accounts, password hashes, biometric data (height/weight/age), roles (USER/ADMIN), status.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Table: workout_categories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Reference table of standardized workout modalities (Running, Cycling, HIIT, Weights, Yoga).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51460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2651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Table: workouts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9260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Core exercise logs: user_id (FK), category_id (FK), duration, calories, intensity, date, notes.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51460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26517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Table: fitness_goals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9260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User milestone targets: user_id (FK), goal_type, target_value, current_value, target_date.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749039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88619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Table: fitness_challenges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16051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Community challenges: title, description, activity_type, target_days, start/end dates.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3749039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88619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Table: user_challenges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160519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Challenge enrollment junction table: user_id (FK), challenge_id (FK), progress_days, status.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498348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120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Table: fitness_content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394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Educational guides and tips: author_id (FK), title, content, status (APPROVED/PENDING/REJECTED).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4983480"/>
            <a:ext cx="52120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51206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Table: audit_logs &amp; app_settings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53949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64748B"/>
                </a:solidFill>
              </a:defRPr>
            </a:pPr>
            <a:r>
              <a:t>Security/admin audit trail (user_id, action, entity, details, IP) and global key-value configuration.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DEFENSIVE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Security, Authentication &amp; Threat Mitigations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BCrypt Password Hashing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Blowfish cipher with 12 salt rounds (PasswordUtil). Protects credentials against rainbow table and dictionary attacks. Plaintext passwords never persist.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Cryptographic CSRF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Unique cryptographically random tokens (CsrfUtil) stored in user sessions and injected as hidden form fields. Verified on all state-changing POST requests.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SQL Injection Prevention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100% Parameterized queries via java.sql.PreparedStatement. Dynamic user input is never concatenated directly into SQL queries.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92608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063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Session Fixation 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375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Sessions are invalidated and regenerated upon successful login (session.invalidate() -&gt; session = req.getSession(true)), thwarting session hijacking.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Cross-Site Scripting (XSS) Sanitization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Server-side HTML entity escaping (ValidationUtil.escapeHtml()) and JSTL &lt;c:out&gt; escaping neutralize malicious HTML/JS payloads.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57200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709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Insecure Direct Object Reference (IDOR)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83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Cross-user isolation: all workout/goal updates explicitly filter WHERE id = ? AND user_id = ?, preventing users from tampering with others'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DATA ANALYSIS &amp; VISUALIZATIONS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Workout &amp; Progress Analytics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Analytical Formulas &amp;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1. MET Calorie Estimation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Calories = MET * Weight(kg) * (Duration/60) * IntensityMultiplier. Estimated in real-time as users type.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2. Weekly Growth Rate (%)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Growth % = ((ThisWeekMinutes - LastWeekMinutes) / LastWeekMinutes) * 100. Measures progression over 7-day windows.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3. Consistency Adherence Score (%)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Score = (DaysWithWorkouts / 7) * 100. Rewards regular training cadence and habit formation.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4. Biometric BMI Calculation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BMI = Weight(kg) / (Height(m))^2. Categorizes user status (Underweight, Normal, Overweight, Obese).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Visual Dashboard &amp; Chart.js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• Daily Duration Trend Chart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Interactive line chart rendering daily active minutes over the past 7 days, allowing users to track peaks and rest days.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• Modality Distribution Breakdown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Doughnut chart illustrating workout variety across Running, Weights, HIIT, Cycling, and Yoga.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• Dynamic Metric Cards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Instant visual summary of Total Hours, Total Workouts, Calories Burned, and Average Workout Duration.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• Zero-Dependency Native Assets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Chart.js initialized via lightweight UMD bundle without bloated frontend npm frameworks.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CORE WORKFLOWS &amp; TRANSACTIONS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Goals, Community Challenges &amp; ACID Transactions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Personal Fitness Goals Workflow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✔ Target Definition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Users establish quantifiable goals (Total Workouts, Duration Minutes, Calories Burned, or Target Bodyweight).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✔ Milestone Visualization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Dynamic percentage bar (current / target * 100) displays incremental progress with color-coded badges.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✔ Automatic Completion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When current value meets or exceeds the target, status automatically transitions to COMPLETED.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✔ Edit &amp; Deletion Safeguards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Users can update target deadlines or safely delete outdated milestones.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2120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Community Challenges &amp; ACID Transactions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2880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0F172A"/>
                </a:solidFill>
              </a:defRPr>
            </a:pPr>
            <a:r>
              <a:t>✔ Structured Challenges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Explore active community events (e.g. 30-Day Cardio Blast, Consistent 5K Runner, Yoga Mobility).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✔ Atomic Multi-Step Enrollment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Uses manual JDBC transaction boundaries: connection.setAutoCommit(false), inserts junction record, verifies constraints, and commits.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✔ Automated Rollback on Error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If database failure occurs mid-transaction, DBConnectionManager.rollbackQuietly(conn) restores initial state.</a:t>
            </a:r>
          </a:p>
          <a:p>
            <a:pPr>
              <a:spcBef>
                <a:spcPts val="1200"/>
              </a:spcBef>
              <a:defRPr b="1" sz="1200">
                <a:solidFill>
                  <a:srgbClr val="0F172A"/>
                </a:solidFill>
              </a:defRPr>
            </a:pPr>
            <a:r>
              <a:t>✔ Daily Progress Logging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Users record active participation days with validation preventing duplicate daily logs.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ADMINISTRATOR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Content Moderation Queue &amp; Admin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Content Moderation Queue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Review submitted fitness articles, health guides, and workout routines.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One-click approval publishes content to user recommendation feeds.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Rejection modal captures structured rationale (e.g. unverified health claims).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Live Session Monitoring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83080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SessionListener implements HttpSessionListener to track live logins.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Displays real-time concurrent active session counts on Admin Dashboard.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Thread-safe atomic counter (AtomicInteger) increments/decrements safely.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840479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77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User Lifecycle 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34339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Filter users by role, status, or search query with full pagination.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Deactivate suspicious accounts without destroying workout history.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Safeguard: Admin self-deletion blocked to prevent orphaned databases.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3840479"/>
            <a:ext cx="5212080" cy="2377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97763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Dynamic System Configuration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4343399"/>
            <a:ext cx="48463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• Manage platform parameters without restarting the web container.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Controls maintenance mode, maximum session duration, and password policy.</a:t>
            </a:r>
          </a:p>
          <a:p>
            <a:pPr>
              <a:spcBef>
                <a:spcPts val="600"/>
              </a:spcBef>
              <a:defRPr sz="1100">
                <a:solidFill>
                  <a:srgbClr val="0F172A"/>
                </a:solidFill>
              </a:defRPr>
            </a:pPr>
            <a:r>
              <a:t>• All changes logged with before/after state in audit records.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CORE JAVA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Core Java Concepts &amp; Rubric Justification (10 Marks)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Inheritance &amp; 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BaseEntity defines common primary keys, timestamps, and getters/setters inherited by User, Workout, FitnessGoal, FitnessChallenge, and AuditLog.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4173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Polymorphism &amp; Interfaces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69164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Clean contract abstractions: GenericDAO&lt;T, ID&gt;, UserDAO, WorkoutDAO, RecommendationService, ConnectionProvider with swap-in implementations.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2608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Collections &amp; Generics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3375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Extensive use of type-safe collections: List&lt;Workout&gt;, Map&lt;String, Object&gt;, Optional&lt;User&gt;, and GenericDAO&lt;T, ID&gt; for reusable CRUD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0" y="292608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06324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Custom Exception Hierarchy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3756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Application-specific unchecked exceptions: AppException base class with DatabaseException, ValidationException, and AuthenticationException.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09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Multithreading: AsyncAuditLogger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83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Producer-Consumer pattern with BlockingQueue&lt;AuditLog&gt; and dedicated background daemon thread. Decouples HTTP request execution from disk/database I/O.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26480" y="4572000"/>
            <a:ext cx="521208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470916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Concurrency &amp; Thread Safety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4983480"/>
            <a:ext cx="4846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Uses AtomicBoolean for worker lifecycle, AtomicInteger in SessionListener, and synchronized double-checked locking in singleton instances.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0D9488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D9488"/>
                </a:solidFill>
              </a:defRPr>
            </a:pPr>
            <a:r>
              <a:t>SUMMARY &amp;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Project Deliverables, Verification &amp; 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14984"/>
            <a:ext cx="12191695" cy="58430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D9488"/>
                </a:solidFill>
              </a:defRPr>
            </a:pPr>
            <a:r>
              <a:t>Completed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✔ Production WAR: target/fitness-app.war built and ready for Tomcat deployment.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Database Scripts: schema.sql (8 tables) and seed.sql (demo users and workouts).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Git Repository: Exactly 30 chronological, meaningful commits.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Comprehensive Documentation: Complete README.md and PROJECT_SPEC.md.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563EB"/>
                </a:solidFill>
              </a:defRPr>
            </a:pPr>
            <a:r>
              <a:t>Automated Testing Verification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✔ 23/23 Automated Unit &amp; Integration Tests Passed (0 failures, 0 errors).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In-Memory H2 DB: Fast, isolated test executions without external dependencies.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Validation Testing: Email regex, password rules, boundaries, and XSS escaping.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✔ Domain Testing: BCrypt hashing consistency and biometric BMI calculations.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280160"/>
            <a:ext cx="3383280" cy="4937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41732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Future Scope &amp; Review Q&amp;A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0F172A"/>
                </a:solidFill>
              </a:defRPr>
            </a:pPr>
            <a:r>
              <a:t>★ Wearable Integration: Ingest heart rate and GPS routes from smartwatch BLE APIs.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★ RESTful API Layer: Expose JSON endpoints for companion Android/iOS native apps.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★ Social Leaderboards: Gamified fitness tiers (Bronze, Silver, Gold, Platinum).</a:t>
            </a:r>
          </a:p>
          <a:p>
            <a:pPr>
              <a:spcBef>
                <a:spcPts val="1000"/>
              </a:spcBef>
              <a:defRPr sz="1100">
                <a:solidFill>
                  <a:srgbClr val="0F172A"/>
                </a:solidFill>
              </a:defRPr>
            </a:pPr>
            <a:r>
              <a:t>★ Open for Evaluator Review &amp; Faculty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